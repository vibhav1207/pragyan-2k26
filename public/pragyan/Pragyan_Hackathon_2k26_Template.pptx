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CHALLENGE &amp; TRACK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Team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87613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Team name: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Team ID: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lang="en-IN" dirty="0"/>
              <a:t>Institution: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Track &amp; 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Track (select one):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☐ FinTech &amp; Financial Innovation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☐ Marketing &amp; Consumer Intelligence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☐ Smart Operations &amp; Sustainable Supply Chain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☐ Entrepreneurship &amp; Future of Management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Problem statement ID/title: [Enter exact ID and title]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One-sentence challenge summary: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55DA18-A779-2B5F-3F9E-94535FFCA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EEFAAAD-BE62-FE93-2849-22B8FDCA5A18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5B8E0E-D243-7C9F-94F2-CEC9DCF5F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PROBLEM, USERS &amp;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Problem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What specific problem are you solving?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[Describe the problem, location/context, frequency and consequence.]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Users &amp; root 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Primary user / beneficiary: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Buyer or decision-maker: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Who pays (if different):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Top 3 root causes: 1) [ ]  2) [ ]  3) 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Current workaround and its limitations: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0AE83E-110C-95E0-3572-D27A411F9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439BD6-5390-3AEF-B903-BD5266B8D722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A95B8B-CC54-EB35-B0DD-752F5CC0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EVIDENCE, BASELINE &amp;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Evidence &amp;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Evidence collected (interviews, observations, public data or simulation):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Source/date and sample size: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Baseline metric and current value: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Data limitations / assumptions: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SDG impact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Relevant SDG(s) and exact target(s):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Expected outcome and how measured: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Potential negative trade-off or unintended harm: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AE6402-64A7-E606-2178-4918F908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66B45D6-A9FC-669C-C4A4-3D7C268DE8C9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94F578-E37F-1B4F-D81C-9F131077B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SOLUTION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Solution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Product/service name: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How it works in 3–5 steps: 1) [ ] 2) [ ] 3) [ ] 4) 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What is innovative or differentiated?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What can the jury see working?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For the user: [time, cost, access, quality or risk benefit]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For the paying customer: [business outcome]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Why will users adopt it?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Alternatives / competitors and our advantage: [Enter]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0B02BE-5385-1343-01FD-7DD0521D3E0A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BA5D778-BE3A-D6D5-264C-A322EC73D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1B43B4-02D1-EECA-6BA1-77CF1C77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PROTOTYPE, TECHNOLOGY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Prototype /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Prototype status: [wireframe / model / simulation / working demo / physical mock-up]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Demo link or artefact: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End-to-end user journey: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Human review / manual fallback: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Technical &amp; operating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Core components / tools / data: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AI or analytics used and why (if applicable):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Build vs. buy decisions: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Privacy, security, accessibility and safety controls: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6A6159-B8E2-B9B6-3666-25C83BC21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B7332E-D62F-2C3E-B04A-12C29C006B8A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AAEC33-07AB-88C0-41B1-67D1EF8D1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MARKET FEASIBILITY &amp; CUSTOMER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Market 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Initial geography and customer segment: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TAM (total addressable market): [value + calculation/source]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SAM (serviceable available market): [value + method]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SOM (realistic first 1–3 year share): [value + method]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E7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Validation &amp; 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Customer/user conversations or tests: [number + findings]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Evidence of willingness to pay / procurement route: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Competitors and substitutes: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Market barriers, adoption risks and response: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9AB48A-FD8A-7137-9795-BD5D4DFA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11696BA-45FF-7BDF-86B1-80BAE7006E6B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C069D6F-AE30-F402-8AD1-B53B4DB25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BUSINESS MODEL &amp;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Customer / beneficiary / payer: [Enter separately]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Revenue model: [sale / subscription / service fee / licensing / commission / institutional contract / grant or CSR]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Pricing and rationale: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Key partners, suppliers and channels: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Customer acquisition and retention strategy: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Delivery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Onboarding and support process: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Key resources and activities: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Data ownership, consent and governance: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Regulatory / certification / permissions required: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Liability, complaints and escalation plan: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8CAFE6-DED4-86D3-C6A1-FAF50DC3D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6C956D8-C98B-3E9E-D1D0-292CA521596A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150A815-BB53-9FA6-B9CA-B999C112D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COSTING, PRICING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rPr dirty="0"/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Cost plan (₹)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Prototype / setup / equipment: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Technology / hosting / data: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People / operations: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Marketing / onboarding: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Compliance / maintenance / support: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Total setup cost: ₹[ ] | Monthly operating cost: ₹[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E7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Unit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Price or revenue per customer/unit: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Variable cost per customer/unit: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Contribution per unit: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Customer acquisition cost (CAC):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Lifetime value (LTV) or repeat revenue: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Break-even volume / month: 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Key assumptions and sensitivity: [Enter]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EFA6B6-BED2-F38A-62A1-7157E5A48E1D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1EF7AD-C015-14A6-96D4-52F04DC94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F55953-3A9F-B936-CCD9-2FCEC7CC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FINANCIAL PLAN &amp; FUNDING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12-month forecast (₹)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 1–3 revenue: ₹[ ] | costs: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 4–6 revenue: ₹[ ] | costs: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 7–9 revenue: ₹[ ] | costs: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 10–12 revenue: ₹[ ] | costs: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Expected cash requirement / runway: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Break-even month (estimated):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E7A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Funding &amp; use of 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Funding requested (if any): ₹[ 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Use of funds: [product / people / pilot / equipment / sales / compliance]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Funding source: [bootstrapping / customer revenue / grant / CSR / investor / institutional partner]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Three financial risks and mitigation: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441553-9A2F-A198-5B8A-C292A23A8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9D4767E-943C-C570-EF64-843C90AEBCC1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C149170-7B8E-6049-94C0-F2E74411E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PILOT, EXECUTION ROADMAP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777240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t>PRAGYAN 2K26  |  SANJIVANI UNIVERSITY  |  Participant working 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Execution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Days 1–30: [owner, deliverable, success measure]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Days 31–60: [owner, deliverable, success measure]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Days 61–90: [owner, deliverable, success measure]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Months 4–6: [pilot expansion milestone]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Months 7–12: [commercialisation / scale milestone]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Deployment &amp;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Pilot location / partner / user group: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Required people, assets and permissions: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Training, maintenance and support: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Scale path to other districts / states / segments: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Critical dependencies and contingency: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BD6535-FBAD-2C71-434F-06FD12A6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196AF0-5555-D979-E988-DB759EA4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VALIDATION, RISKS &amp; IMPACT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Test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Baseline / comparator: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Test design, sample or scenarios: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Key result 1: [metric + result]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Key result 2: [metric + result]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Known limitations and what remains untested: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Risk register &amp;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Top risks: [technical / market / financial / operational / legal / ethical]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Likelihood × impact and mitigation: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Privacy, bias, safety and human oversight: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t>SDG indicator, baseline, target and measurement frequency: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4C0A45-BA95-16F0-B786-2F84B4091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74EBE9-89B4-7DB9-88AD-7CEC0961C85C}"/>
              </a:ext>
            </a:extLst>
          </p:cNvPr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E5C128-EAAF-B2A7-A155-BB1E1FC8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61508"/>
            <a:ext cx="98755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rPr dirty="0"/>
              <a:t>INVESTMENT PITCH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69880" y="146304"/>
            <a:ext cx="12344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E7AB36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565392"/>
            <a:ext cx="11292840" cy="16459"/>
          </a:xfrm>
          <a:prstGeom prst="rect">
            <a:avLst/>
          </a:prstGeom>
          <a:solidFill>
            <a:srgbClr val="DA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77440" y="6343250"/>
            <a:ext cx="7772400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800" b="0">
                <a:solidFill>
                  <a:srgbClr val="5F6C78"/>
                </a:solidFill>
                <a:latin typeface="Aptos"/>
              </a:defRPr>
            </a:pPr>
            <a:r>
              <a:rPr sz="1200" b="1" dirty="0">
                <a:solidFill>
                  <a:schemeClr val="tx2"/>
                </a:solidFill>
              </a:rPr>
              <a:t>PRAGYAN 2K26  |  SANJIVANI UNIVERSITY 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Pitch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In one sentence: [problem + customer + solution + outcome]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Why now?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Strongest proof point: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Defensibility / advantage: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What success looks like in 12 months: [Enter]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5486400" cy="4983480"/>
          </a:xfrm>
          <a:prstGeom prst="roundRect">
            <a:avLst/>
          </a:prstGeom>
          <a:solidFill>
            <a:srgbClr val="F2F7FA"/>
          </a:solidFill>
          <a:ln>
            <a:solidFill>
              <a:srgbClr val="DA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298448"/>
            <a:ext cx="64008" cy="4983480"/>
          </a:xfrm>
          <a:prstGeom prst="rect">
            <a:avLst/>
          </a:prstGeom>
          <a:solidFill>
            <a:srgbClr val="2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389888"/>
            <a:ext cx="52120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2263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691639"/>
            <a:ext cx="5212080" cy="4526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We seek: [pilot partner / customer / mentor / data access / funding / incubation]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Specific amount or support needed: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What the partner receives: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Next step and contact: [Enter]</a:t>
            </a:r>
          </a:p>
          <a:p>
            <a:pPr>
              <a:spcAft>
                <a:spcPts val="500"/>
              </a:spcAft>
              <a:defRPr sz="1300" b="0">
                <a:solidFill>
                  <a:srgbClr val="283440"/>
                </a:solidFill>
                <a:latin typeface="Aptos"/>
              </a:defRPr>
            </a:pPr>
            <a:r>
              <a:rPr dirty="0"/>
              <a:t>Closing line: [Enter]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670C3B-B2D7-EC3F-4A36-65540A30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014" y="6132025"/>
            <a:ext cx="1421986" cy="6967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E1422E-3796-2F4F-0DCB-E3CAC1DA4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" y="13523"/>
            <a:ext cx="1229008" cy="7869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1344</Words>
  <Application>Microsoft Office PowerPoint</Application>
  <PresentationFormat>Widescreen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Nikita Wahi</dc:creator>
  <cp:keywords/>
  <dc:description>generated using python-pptx</dc:description>
  <cp:lastModifiedBy>Nikita Wahi</cp:lastModifiedBy>
  <cp:revision>4</cp:revision>
  <dcterms:created xsi:type="dcterms:W3CDTF">2013-01-27T09:14:16Z</dcterms:created>
  <dcterms:modified xsi:type="dcterms:W3CDTF">2026-10-24T18:26:05Z</dcterms:modified>
  <cp:category/>
</cp:coreProperties>
</file>