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E50EF-836F-4568-8360-1BE87415C323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C2DAB-2598-43A6-BCB3-C8FC7D68F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094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C2DAB-2598-43A6-BCB3-C8FC7D68FF9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376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THE PROBLEM &amp;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01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64008" cy="4901184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Problem &amp;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Specific problem and affected users: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Root cause and current gap: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Baseline / strongest evidence: [metric + source]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353312"/>
            <a:ext cx="64008" cy="4901184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Market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Target customer and payer: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Initial market / pilot location: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Why now and why this matters: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Relevant SDG target(s): [Enter]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602C96-1E49-FE7E-C839-3206A24CC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ABAF64-8DA4-51F5-2159-6A1DF315A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8FA767C-05E6-F4A6-DC9C-FFB8A72841DC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SOLUTION &amp; PROOF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02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64008" cy="4901184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Solution &amp;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Product/service: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How it works: [3 steps]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Unique value / differentiation: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Who benefits and who pays: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353312"/>
            <a:ext cx="64008" cy="4901184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Prototype &amp;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Live demo / model / simulation: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Test method and baseline comparison: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Key result(s):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Limitations, safety and human oversight: [Enter]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57FA79-971A-AE65-5F82-D7B18EBCA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6E7108-8E9A-0E1A-6DFC-1C3F1671A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C2CA174-906B-F592-E3C0-1056238F1A2B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BUSINESS MODEL &amp; FINANCIAL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03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64008" cy="4901184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Revenue / funding model: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Pricing: ₹[ ] | Customer acquisition route: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Partners and delivery model: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Market validation / willingness to pay: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353312"/>
            <a:ext cx="64008" cy="4901184"/>
          </a:xfrm>
          <a:prstGeom prst="rect">
            <a:avLst/>
          </a:prstGeom>
          <a:solidFill>
            <a:srgbClr val="E7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Financial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Setup cost: ₹[ ] | Monthly operating cost: ₹[ 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Revenue per unit/customer: ₹[ 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Contribution margin / break-even: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12-month revenue and cost estimate: ₹[ ] / ₹[ 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Funding or support required: ₹[ 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C9A657-A31D-0992-C1A0-12477ED2A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FA439A-A445-7331-7959-FB9F6729C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55CAEA-1322-D807-7A41-B5669B1CAA40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IMPACT, 90-DAY PLAN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04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64008" cy="4901184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Impact &amp;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SDG target + measurable indicator: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Pilot partner / site: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Days 1–30: [Enter] | Days 31–60: [Enter] | Days 61–90: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12-month scale milestone: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Top risk + mitigation: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53312"/>
            <a:ext cx="5486400" cy="4901184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353312"/>
            <a:ext cx="64008" cy="4901184"/>
          </a:xfrm>
          <a:prstGeom prst="rect">
            <a:avLst/>
          </a:prstGeom>
          <a:solidFill>
            <a:srgbClr val="E7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444752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The ask &amp; 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746504"/>
            <a:ext cx="5212080" cy="44439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Request: [pilot / customer / mentor / data / funding / incubation]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Specific amount or support: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Expected outcome from support: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Team name and contact: [Enter]</a:t>
            </a:r>
          </a:p>
          <a:p>
            <a:pPr>
              <a:spcAft>
                <a:spcPts val="500"/>
              </a:spcAft>
              <a:defRPr sz="1400" b="0">
                <a:solidFill>
                  <a:srgbClr val="283440"/>
                </a:solidFill>
                <a:latin typeface="Aptos"/>
              </a:defRPr>
            </a:pPr>
            <a:r>
              <a:t>Closing pitch (one sentence): [Enter]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2687D9-B3AD-8A07-FDF6-AE1348B3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385C22-21C4-C0EE-ABED-9E307B7B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C2AE0B1-CA5C-A887-24E1-FF555E1B10FC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401</Words>
  <Application>Microsoft Office PowerPoint</Application>
  <PresentationFormat>Widescreen</PresentationFormat>
  <Paragraphs>55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Nikita Wahi</dc:creator>
  <cp:keywords/>
  <dc:description>generated using python-pptx</dc:description>
  <cp:lastModifiedBy>Nikita Wahi</cp:lastModifiedBy>
  <cp:revision>2</cp:revision>
  <dcterms:created xsi:type="dcterms:W3CDTF">2013-01-27T09:14:16Z</dcterms:created>
  <dcterms:modified xsi:type="dcterms:W3CDTF">2026-10-24T20:18:13Z</dcterms:modified>
  <cp:category/>
</cp:coreProperties>
</file>